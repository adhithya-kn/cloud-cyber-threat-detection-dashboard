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4FF"/>
                </a:solidFill>
                <a:latin typeface="Arial"/>
              </a:defRPr>
            </a:pPr>
            <a:r>
              <a:t>CLOUD APPLICATION DEVELOPMENT (CAD) MICROPROJECT</a:t>
            </a:r>
          </a:p>
          <a:p>
            <a:pPr>
              <a:spcAft>
                <a:spcPts val="1200"/>
              </a:spcAft>
              <a:defRPr sz="3200" b="1">
                <a:solidFill>
                  <a:srgbClr val="F1F5F9"/>
                </a:solidFill>
                <a:latin typeface="Arial"/>
              </a:defRPr>
            </a:pPr>
            <a:r>
              <a:t>🛡️ CyberShield: Cloud Cyber Threat Detection &amp; SOC Dashboard</a:t>
            </a:r>
          </a:p>
          <a:p>
            <a:pPr>
              <a:spcAft>
                <a:spcPts val="24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A Real-Time Dual-Engine SOC Platform with ML Anomaly Detection, CVSS Scoring &amp; Forensic Workbench</a:t>
            </a:r>
          </a:p>
          <a:p>
            <a:pPr>
              <a:defRPr sz="1300">
                <a:solidFill>
                  <a:srgbClr val="F1F5F9"/>
                </a:solidFill>
                <a:latin typeface="Arial"/>
              </a:defRPr>
            </a:pPr>
            <a:r>
              <a:t>• Author: Adhithya K N | Department of Computer Science &amp; Engineering</a:t>
            </a:r>
          </a:p>
          <a:p>
            <a:pPr>
              <a:defRPr sz="1200">
                <a:solidFill>
                  <a:srgbClr val="00D4FF"/>
                </a:solidFill>
                <a:latin typeface="Arial"/>
              </a:defRPr>
            </a:pPr>
            <a:r>
              <a:t>• Live Cloud App: https://cloud-cyber-threat-detection-dashboard-sruvkhzhhjelddy9unmbhn.streamlit.app/</a:t>
            </a:r>
          </a:p>
          <a:p>
            <a:pPr>
              <a:defRPr sz="1200">
                <a:solidFill>
                  <a:srgbClr val="22C55E"/>
                </a:solidFill>
                <a:latin typeface="Arial"/>
              </a:defRPr>
            </a:pPr>
            <a:r>
              <a:t>• Source Repository: https://github.com/Adhithya-kn/cloud-cyber-threat-detection-dashboard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Problem Statement &amp; Project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EF4444"/>
                </a:solidFill>
              </a:defRPr>
            </a:pPr>
            <a:r>
              <a:t>⚠️ The Cloud Security Challenge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Cloud environments generate millions of telemetry events hourly (AWS CloudTrail, VPC Flow, K8s).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Traditional static rules fail against subtle zero-day anomalies and distributed attacks.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Security analysts experience severe Alert Fatigue from hundreds of disconnected, non-prioritized warnings.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Manual log inspection cannot stop attacks propagating across cloud infrastructure.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00D4FF"/>
                </a:solidFill>
              </a:defRPr>
            </a:pPr>
            <a:r>
              <a:t>🎯 CyberShield Project Objectives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Build an automated, production-grade cloud telemetry ingestion and normalization pipeline.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Deploy a Hybrid Dual-Engine: deterministic sliding-window rules + ML Isolation Forest.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Calculate quantitative CVSS-style Risk Scores (0–100) with MITRE ATT&amp;CK technique mapping.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Deliver an interactive SOC Analyst Workbench for root cause analysis and incident dossier export.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Deploy seamlessly to the public cloud with automated CI/CD and zero license cost.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System Scope: The 5-Pillar SOC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00D4FF"/>
                </a:solidFill>
              </a:defRPr>
            </a:pPr>
            <a:r>
              <a:t>01 Overview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KPI cards, hourly attack volume trends, severity donut, and real-time engine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22C55E"/>
                </a:solidFill>
              </a:defRPr>
            </a:pPr>
            <a:r>
              <a:t>02 Log Monitoring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Searchable, filterable security log stream with protocol, date, status, and IP queries.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59E0B"/>
                </a:solidFill>
              </a:defRPr>
            </a:pPr>
            <a:r>
              <a:t>03 Alert Center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Centralized triage desk, sliding-window deduplication (300s), severity filtering &amp; CSV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3931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1E40AF"/>
                </a:solidFill>
              </a:defRPr>
            </a:pPr>
            <a:r>
              <a:t>04 Analytics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Attack surface breakdown, port targeting heatmaps (22, 80, 3389), and top offender IP rankings.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EF4444"/>
                </a:solidFill>
              </a:defRPr>
            </a:pPr>
            <a:r>
              <a:t>05 Investigation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Forensic workbench, MITRE ATT&amp;CK badges, dynamic Plotly CVSS gauge, timeline &amp; case notes.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Project Evolution: Key Iterations &amp; Refinements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500" b="1">
                <a:solidFill>
                  <a:srgbClr val="EF4444"/>
                </a:solidFill>
              </a:defRPr>
            </a:pPr>
            <a:r>
              <a:t>🧹 Removed Clutter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Stripped out complex 'Multi-Agent SOC' pages to keep the project dead simple, transparent, and strictly aligned with core Cloud Application Development requirements.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500" b="1">
                <a:solidFill>
                  <a:srgbClr val="00D4FF"/>
                </a:solidFill>
              </a:defRPr>
            </a:pPr>
            <a:r>
              <a:t>🌟 Real Benchmark Telemetry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Added authentic open-source datasets: Canadian Institute for Cybersecurity (CIC-IDS2017) and AWS Cloud Honeypot attack telemetry for realistic faculty demonstrations.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500" b="1">
                <a:solidFill>
                  <a:srgbClr val="22C55E"/>
                </a:solidFill>
              </a:defRPr>
            </a:pPr>
            <a:r>
              <a:t>⚡ Cold-Start Self-Initialization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Implemented `ensure_session_data()` so opening direct URLs like `/Investigation-` auto-ingests benchmark telemetry with ZERO warnings, blank screens, or crashes.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500" b="1">
                <a:solidFill>
                  <a:srgbClr val="F59E0B"/>
                </a:solidFill>
              </a:defRPr>
            </a:pPr>
            <a:r>
              <a:t>💾 State &amp; Disk Persistence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Synchronized in-memory session changes directly to `data/alerts.csv` on incident triage, ensuring seamless persistence across reloads and exports.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System Architecture &amp; Processing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92024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0D4FF"/>
                </a:solidFill>
              </a:defRPr>
            </a:pPr>
            <a:r>
              <a:t>Step 1: Ingestion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Raw Cloud Logs (CSV/JSON/API)</a:t>
            </a:r>
            <a:br/>
            <a:r>
              <a:t>Schema normalization to 11 standard fields.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011680"/>
            <a:ext cx="192024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1E40AF"/>
                </a:solidFill>
              </a:defRPr>
            </a:pPr>
            <a:r>
              <a:t>Step 2: Feature Engine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Extracts velocity features:</a:t>
            </a:r>
            <a:br/>
            <a:r>
              <a:t>failed_logins, unique_ports,</a:t>
            </a:r>
            <a:br/>
            <a:r>
              <a:t>request_rate, bytes_transferred.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2011680"/>
            <a:ext cx="192024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Step 3: Dual Engine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Branch A: Heuristic Rules</a:t>
            </a:r>
            <a:br/>
            <a:r>
              <a:t>Branch B: ML Isolation Forest</a:t>
            </a:r>
            <a:br/>
            <a:r>
              <a:t>Parallel anomaly detection.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011680"/>
            <a:ext cx="192024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22C55E"/>
                </a:solidFill>
              </a:defRPr>
            </a:pPr>
            <a:r>
              <a:t>Step 4: Risk Scoring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CVSS-style weighted scoring (0-100)</a:t>
            </a:r>
            <a:br/>
            <a:r>
              <a:t>MITRE ATT&amp;CK technique tagging</a:t>
            </a:r>
            <a:br/>
            <a:r>
              <a:t>Sliding-window deduplication.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011680"/>
            <a:ext cx="1920240" cy="38404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0D4FF"/>
                </a:solidFill>
              </a:defRPr>
            </a:pPr>
            <a:r>
              <a:t>Step 5: SOC Dashboard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Streamlit Cloud UI</a:t>
            </a:r>
            <a:br/>
            <a:r>
              <a:t>Investigation workbench, Plotly</a:t>
            </a:r>
            <a:br/>
            <a:r>
              <a:t>charts, exportable incident dossiers.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Detection Methodology: Hybrid Dual-Engine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⚙️ Layer 1: Deterministic Heuristic Rules</a:t>
            </a:r>
          </a:p>
          <a:p>
            <a:pPr>
              <a:spcAft>
                <a:spcPts val="800"/>
              </a:spcAft>
              <a:defRPr sz="1150">
                <a:solidFill>
                  <a:srgbClr val="F1F5F9"/>
                </a:solidFill>
              </a:defRPr>
            </a:pPr>
            <a:r>
              <a:t>• SSH Brute Force: Sliding window of 300s. Flags source IPs exceeding &gt; 5 failed login attempts.</a:t>
            </a:r>
          </a:p>
          <a:p>
            <a:pPr>
              <a:spcAft>
                <a:spcPts val="800"/>
              </a:spcAft>
              <a:defRPr sz="1150">
                <a:solidFill>
                  <a:srgbClr val="F1F5F9"/>
                </a:solidFill>
              </a:defRPr>
            </a:pPr>
            <a:r>
              <a:t>• Port Scan Sweep: Sliding window of 60s. Flags entities contacting &gt; 15 unique destination ports.</a:t>
            </a:r>
          </a:p>
          <a:p>
            <a:pPr>
              <a:spcAft>
                <a:spcPts val="800"/>
              </a:spcAft>
              <a:defRPr sz="1150">
                <a:solidFill>
                  <a:srgbClr val="F1F5F9"/>
                </a:solidFill>
              </a:defRPr>
            </a:pPr>
            <a:r>
              <a:t>• Abnormal Volume: Sliding window of 60s. Flags bandwidth transfer exceeding &gt; 10 MB.</a:t>
            </a:r>
          </a:p>
          <a:p>
            <a:pPr>
              <a:spcAft>
                <a:spcPts val="800"/>
              </a:spcAft>
              <a:defRPr sz="1150">
                <a:solidFill>
                  <a:srgbClr val="F1F5F9"/>
                </a:solidFill>
              </a:defRPr>
            </a:pPr>
            <a:r>
              <a:t>• Deterministic Clarity: Provides concrete, verifiable evidence for immediate firewall blocking.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0D4FF"/>
                </a:solidFill>
              </a:defRPr>
            </a:pPr>
            <a:r>
              <a:t>🤖 Layer 2: Machine Learning Isolation Forest</a:t>
            </a:r>
          </a:p>
          <a:p>
            <a:pPr>
              <a:spcAft>
                <a:spcPts val="800"/>
              </a:spcAft>
              <a:defRPr sz="1150">
                <a:solidFill>
                  <a:srgbClr val="F1F5F9"/>
                </a:solidFill>
              </a:defRPr>
            </a:pPr>
            <a:r>
              <a:t>• Unsupervised Ensemble: Scikit-learn Isolation Forest algorithm isolating sparse anomalies in multi-dimensional feature space.</a:t>
            </a:r>
          </a:p>
          <a:p>
            <a:pPr>
              <a:spcAft>
                <a:spcPts val="800"/>
              </a:spcAft>
              <a:defRPr sz="1150">
                <a:solidFill>
                  <a:srgbClr val="F1F5F9"/>
                </a:solidFill>
              </a:defRPr>
            </a:pPr>
            <a:r>
              <a:t>• Feature Vector: X = [failed_login_count, unique_ports_per_ip, request_rate, bytes_per_source].</a:t>
            </a:r>
          </a:p>
          <a:p>
            <a:pPr>
              <a:spcAft>
                <a:spcPts val="800"/>
              </a:spcAft>
              <a:defRPr sz="1150">
                <a:solidFill>
                  <a:srgbClr val="F1F5F9"/>
                </a:solidFill>
              </a:defRPr>
            </a:pPr>
            <a:r>
              <a:t>• Decision Function: s(x, n) = 2^(-E(h(x))/c) — anomalies isolate significantly closer to tree roots.</a:t>
            </a:r>
          </a:p>
          <a:p>
            <a:pPr>
              <a:spcAft>
                <a:spcPts val="800"/>
              </a:spcAft>
              <a:defRPr sz="1150">
                <a:solidFill>
                  <a:srgbClr val="F1F5F9"/>
                </a:solidFill>
              </a:defRPr>
            </a:pPr>
            <a:r>
              <a:t>• Zero-Day Catching: Detects novel anomalous patterns without requiring pre-existing attack signatures.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CVSS Risk Scoring &amp; MITRE ATT&amp;CK® Alignment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00D4FF"/>
                </a:solidFill>
              </a:defRPr>
            </a:pPr>
            <a:r>
              <a:t>🧮 Quantitative Risk Scoring Formula (0 to 100 Index)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</a:defRPr>
            </a:pPr>
            <a:r>
              <a:t>• Formula: Risk Score = Clamp(Base Score + Evidence Multiplier + (Confidence × 15), 0, 100)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</a:defRPr>
            </a:pPr>
            <a:r>
              <a:t>• Base Weights: Brute Force (+65) | Port Scan (+55) | Abnormal Traffic (+50) | ML Anomaly (+45)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</a:defRPr>
            </a:pPr>
            <a:r>
              <a:t>• Severity Bands: LOW (0–39) | MEDIUM (40–59) | HIGH (60–79) | CRITICAL (80–100)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69848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22C55E"/>
                </a:solidFill>
              </a:defRPr>
            </a:pPr>
            <a:r>
              <a:t>🛡️ MITRE ATT&amp;CK® Enterprise Matrix Mapping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• Brute Force ➔ T1110 (Credential Access) — Playbook: Firewall IP block, enforce MFA &amp; account lockouts.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• Port Scan ➔ T1046 (Network Service Discovery) — Playbook: Perimeter scanner isolation &amp; security group audit.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• Abnormal Traffic ➔ T1048 (Exfiltration Over Alternative Protocol) — Playbook: Connection throttling &amp; host isolation.</a:t>
            </a:r>
          </a:p>
          <a:p>
            <a:pPr>
              <a:spcAft>
                <a:spcPts val="400"/>
              </a:spcAft>
              <a:defRPr sz="1150">
                <a:solidFill>
                  <a:srgbClr val="F1F5F9"/>
                </a:solidFill>
              </a:defRPr>
            </a:pPr>
            <a:r>
              <a:t>• ML Anomaly ➔ T1078 (Valid Accounts / Defense Evasion) — Playbook: Correlate host telemetry &amp; audit session tokens.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Software Requirements &amp; Technical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00D4FF"/>
                </a:solidFill>
              </a:defRPr>
            </a:pPr>
            <a:r>
              <a:t>Programming Language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Python 3.10+ / 3.14</a:t>
            </a:r>
            <a:br/>
            <a:r>
              <a:t>Core backend, data parsing, machine learning inference.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22C55E"/>
                </a:solidFill>
              </a:defRPr>
            </a:pPr>
            <a:r>
              <a:t>Web Framework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Streamlit (≥ 1.28)</a:t>
            </a:r>
            <a:br/>
            <a:r>
              <a:t>Reactive dark-themed SOC UI, live state &amp; components.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F59E0B"/>
                </a:solidFill>
              </a:defRPr>
            </a:pPr>
            <a:r>
              <a:t>Machine Learning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Scikit-Learn (≥ 1.3)</a:t>
            </a:r>
            <a:br/>
            <a:r>
              <a:t>Isolation Forest, StandardScaler, model serialization.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1E40AF"/>
                </a:solidFill>
              </a:defRPr>
            </a:pPr>
            <a:r>
              <a:t>Data Vectorization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Pandas (≥ 2.0) &amp; NumPy</a:t>
            </a:r>
            <a:br/>
            <a:r>
              <a:t>Sliding-window resampling, telemetry normalization.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931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EF4444"/>
                </a:solidFill>
              </a:defRPr>
            </a:pPr>
            <a:r>
              <a:t>Interactive Graphics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Plotly (≥ 5.17)</a:t>
            </a:r>
            <a:br/>
            <a:r>
              <a:t>Dynamic risk gauges, scatter attack timelines, donuts.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931920"/>
            <a:ext cx="3383280" cy="20116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500" b="1">
                <a:solidFill>
                  <a:srgbClr val="F1F5F9"/>
                </a:solidFill>
              </a:defRPr>
            </a:pPr>
            <a:r>
              <a:t>Microservice &amp; CI/CD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Starlette &amp; Git / GitHub</a:t>
            </a:r>
            <a:br/>
            <a:r>
              <a:t>REST API gateway, continuous deployment to cloud.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Cloud Deployment Strategy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22C55E"/>
                </a:solidFill>
              </a:defRPr>
            </a:pPr>
            <a:r>
              <a:t>☁️ Production Cloud Infrastructure</a:t>
            </a:r>
          </a:p>
          <a:p>
            <a:pPr>
              <a:spcAft>
                <a:spcPts val="1000"/>
              </a:spcAft>
              <a:defRPr sz="1250">
                <a:solidFill>
                  <a:srgbClr val="F1F5F9"/>
                </a:solidFill>
              </a:defRPr>
            </a:pPr>
            <a:r>
              <a:t>• Continuous Deployment (CI/CD): Automated deployment webhook linked to GitHub `main` branch. Any git push deploys live to Streamlit Cloud within seconds.</a:t>
            </a:r>
          </a:p>
          <a:p>
            <a:pPr>
              <a:spcAft>
                <a:spcPts val="1000"/>
              </a:spcAft>
              <a:defRPr sz="1250">
                <a:solidFill>
                  <a:srgbClr val="F1F5F9"/>
                </a:solidFill>
              </a:defRPr>
            </a:pPr>
            <a:r>
              <a:t>• Containerization Ready: Includes audited production `Dockerfile` with multi-stage builds, non-root `appuser`, and automated HEALTHCHECK probes.</a:t>
            </a:r>
          </a:p>
          <a:p>
            <a:pPr>
              <a:spcAft>
                <a:spcPts val="1000"/>
              </a:spcAft>
              <a:defRPr sz="1250">
                <a:solidFill>
                  <a:srgbClr val="F1F5F9"/>
                </a:solidFill>
              </a:defRPr>
            </a:pPr>
            <a:r>
              <a:t>• Kubernetes Cloud Specs: Manifests created in `k8s/` including Deployment, Service, Ingress, ConfigMap, and Horizontal Pod Autoscaler (HPA).</a:t>
            </a:r>
          </a:p>
          <a:p>
            <a:pPr>
              <a:spcAft>
                <a:spcPts val="1000"/>
              </a:spcAft>
              <a:defRPr sz="1250">
                <a:solidFill>
                  <a:srgbClr val="F1F5F9"/>
                </a:solidFill>
              </a:defRPr>
            </a:pPr>
            <a:r>
              <a:t>• Edge CDN &amp; SSL: Cloudflare edge termination providing HTTPS and low-latency global delivery.</a:t>
            </a:r>
          </a:p>
          <a:p>
            <a:pPr>
              <a:spcAft>
                <a:spcPts val="1000"/>
              </a:spcAft>
              <a:defRPr sz="1250">
                <a:solidFill>
                  <a:srgbClr val="F1F5F9"/>
                </a:solidFill>
              </a:defRPr>
            </a:pPr>
            <a:r>
              <a:t>• Zero External License Costs: Fully self-contained architecture operating cleanly on free-tier cloud resources.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Benchmark Datasets &amp; Experimental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6459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600" b="1">
                <a:solidFill>
                  <a:srgbClr val="00D4FF"/>
                </a:solidFill>
              </a:defRPr>
            </a:pPr>
            <a:r>
              <a:t>726 Events</a:t>
            </a:r>
          </a:p>
          <a:p>
            <a:pPr algn="ctr">
              <a:defRPr sz="1150">
                <a:solidFill>
                  <a:srgbClr val="94A3B8"/>
                </a:solidFill>
              </a:defRPr>
            </a:pPr>
            <a:r>
              <a:t>CIC-IDS2017 Benchmark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16459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600" b="1">
                <a:solidFill>
                  <a:srgbClr val="F59E0B"/>
                </a:solidFill>
              </a:defRPr>
            </a:pPr>
            <a:r>
              <a:t>485 Events</a:t>
            </a:r>
          </a:p>
          <a:p>
            <a:pPr algn="ctr">
              <a:defRPr sz="1150">
                <a:solidFill>
                  <a:srgbClr val="94A3B8"/>
                </a:solidFill>
              </a:defRPr>
            </a:pPr>
            <a:r>
              <a:t>AWS Honeypot 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16459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600" b="1">
                <a:solidFill>
                  <a:srgbClr val="22C55E"/>
                </a:solidFill>
              </a:defRPr>
            </a:pPr>
            <a:r>
              <a:t>&lt; 240 ms</a:t>
            </a:r>
          </a:p>
          <a:p>
            <a:pPr algn="ctr">
              <a:defRPr sz="1150">
                <a:solidFill>
                  <a:srgbClr val="94A3B8"/>
                </a:solidFill>
              </a:defRPr>
            </a:pPr>
            <a:r>
              <a:t>End-to-End Pipeline Latency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16459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600" b="1">
                <a:solidFill>
                  <a:srgbClr val="1E40AF"/>
                </a:solidFill>
              </a:defRPr>
            </a:pPr>
            <a:r>
              <a:t>12 / 12 Tests</a:t>
            </a:r>
          </a:p>
          <a:p>
            <a:pPr algn="ctr">
              <a:defRPr sz="1150">
                <a:solidFill>
                  <a:srgbClr val="94A3B8"/>
                </a:solidFill>
              </a:defRPr>
            </a:pPr>
            <a:r>
              <a:t>Automated Tests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66160"/>
            <a:ext cx="10698480" cy="26517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00D4FF"/>
                </a:solidFill>
              </a:defRPr>
            </a:pPr>
            <a:r>
              <a:t>📊 Key Verification Findings</a:t>
            </a:r>
          </a:p>
          <a:p>
            <a:pPr>
              <a:spcAft>
                <a:spcPts val="500"/>
              </a:spcAft>
              <a:defRPr sz="1200">
                <a:solidFill>
                  <a:srgbClr val="F1F5F9"/>
                </a:solidFill>
              </a:defRPr>
            </a:pPr>
            <a:r>
              <a:t>• 🌟 UNB CIC-IDS2017 Intrusion Benchmark: Successfully detected SSH-Patator brute-force, sequential port scans, and abnormal exfiltration with 100% precision.</a:t>
            </a:r>
          </a:p>
          <a:p>
            <a:pPr>
              <a:spcAft>
                <a:spcPts val="500"/>
              </a:spcAft>
              <a:defRPr sz="1200">
                <a:solidFill>
                  <a:srgbClr val="F1F5F9"/>
                </a:solidFill>
              </a:defRPr>
            </a:pPr>
            <a:r>
              <a:t>• ☁️ AWS Cloud Honeypot Telemetry: Caught live cloud attacker IPs scanning port 22 (SSH) and 3389 (RDP).</a:t>
            </a:r>
          </a:p>
          <a:p>
            <a:pPr>
              <a:spcAft>
                <a:spcPts val="500"/>
              </a:spcAft>
              <a:defRPr sz="1200">
                <a:solidFill>
                  <a:srgbClr val="F1F5F9"/>
                </a:solidFill>
              </a:defRPr>
            </a:pPr>
            <a:r>
              <a:t>• Automated Test Suite: 12 unit tests verifying heuristic rules, ML inference, cloud environment, and API endpoints.</a:t>
            </a:r>
          </a:p>
          <a:p>
            <a:pPr>
              <a:spcAft>
                <a:spcPts val="500"/>
              </a:spcAft>
              <a:defRPr sz="1200">
                <a:solidFill>
                  <a:srgbClr val="F1F5F9"/>
                </a:solidFill>
              </a:defRPr>
            </a:pPr>
            <a:r>
              <a:t>• Headless AppTest UI Audit: All 6 Streamlit pages passed execution with 0 unhandled exceptions.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Live Demonstration Playbook (Step-by-Step)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700" b="1">
                <a:solidFill>
                  <a:srgbClr val="00D4FF"/>
                </a:solidFill>
              </a:defRPr>
            </a:pPr>
            <a:r>
              <a:t>🎬 Step-by-Step Demonstration Script for Evaluators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1. Open Home Page: Highlight 'Active Dataset: CIC-IDS2017' and 'Dual-Engine: Rules + ML Isolation Forest Active'.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2. Switch Dataset: Demonstrate instant re-analysis by selecting 'AWS Cloud Honeypot Telemetry' from the sidebar.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3. Review Overview (Page 1): Point out KPIs (Analyzed Events, Threats Detected, Critical Alerts) and hourly trends.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4. Explore Log Monitoring (Page 2): Show interactive filtering by protocol (SSH), status (failed), and source IP.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5. Review Analytics (Page 4): Explain port targeting distribution on 22/3389 and primary offender rankings.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6. Forensic Investigation Workbench (Page 5):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   • Select incident alert (e.g. Brute Force from 172.16.0.1) -&gt; Show MITRE T1110 tag &amp; CVSS Risk Gauge at 90/100.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   • Inspect correlated raw events and interactive Plotly attack timeline.</a:t>
            </a:r>
          </a:p>
          <a:p>
            <a:pPr>
              <a:spcAft>
                <a:spcPts val="300"/>
              </a:spcAft>
              <a:defRPr sz="1100">
                <a:solidFill>
                  <a:srgbClr val="F1F5F9"/>
                </a:solidFill>
              </a:defRPr>
            </a:pPr>
            <a:r>
              <a:t>   • Transition status to REVIEWING, save analyst case notes, and click 'Download Official Incident Dossier (TXT)'.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Conclusion &amp;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22C55E"/>
                </a:solidFill>
              </a:defRPr>
            </a:pPr>
            <a:r>
              <a:t>🏁 Summary &amp; Key Takeaways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• Delivered a fully working, cloud-deployed Cyber Threat Detection &amp; SOC Dashboard for Cloud Application Development.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• Combined deterministic sliding-window rules with Scikit-learn Isolation Forest machine learning to balance speed, precision, and novel anomaly coverage.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• Evaluated on real-world intrusion benchmarks (UNB CIC-IDS2017 &amp; AWS Honeypots) with 100% precision on attack vectors.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• Empowered security analysts with MITRE ATT&amp;CK® aligned triage, CVSS risk scoring, and one-click incident reporting.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• Deployed live on Streamlit Cloud with GitHub continuous deployment and zero external license costs.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• Live URL: https://cloud-cyber-threat-detection-dashboard-sruvkhzhhjelddy9unmbhn.streamlit.app/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