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4FF"/>
                </a:solidFill>
                <a:latin typeface="Arial"/>
              </a:defRPr>
            </a:pPr>
            <a:r>
              <a:t>CLOUD APPLICATION DEVELOPMENT</a:t>
            </a:r>
          </a:p>
          <a:p>
            <a:pPr>
              <a:spcAft>
                <a:spcPts val="1400"/>
              </a:spcAft>
              <a:defRPr sz="3600" b="1">
                <a:solidFill>
                  <a:srgbClr val="F1F5F9"/>
                </a:solidFill>
                <a:latin typeface="Arial"/>
              </a:defRPr>
            </a:pPr>
            <a:r>
              <a:t>🛡️ Cloud-Based Cyber Threat Detection Dashboard</a:t>
            </a:r>
          </a:p>
          <a:p>
            <a:pPr>
              <a:spcAft>
                <a:spcPts val="2800"/>
              </a:spcAft>
              <a:defRPr sz="1800">
                <a:solidFill>
                  <a:srgbClr val="94A3B8"/>
                </a:solidFill>
                <a:latin typeface="Arial"/>
              </a:defRPr>
            </a:pPr>
            <a:r>
              <a:t>A Real-Time Dual-Engine Security Operations Center (SOC) Platform for Cloud Environments</a:t>
            </a:r>
          </a:p>
          <a:p>
            <a:pPr>
              <a:defRPr sz="1400" b="1">
                <a:solidFill>
                  <a:srgbClr val="00D4FF"/>
                </a:solidFill>
                <a:latin typeface="Arial"/>
              </a:defRPr>
            </a:pPr>
            <a:r>
              <a:t>Architecture: Heuristic Rule Engines + Machine Learning Anomaly Detection (Isolation Forest)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Problem Statement &amp; Project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800" b="1">
                <a:solidFill>
                  <a:srgbClr val="EF4444"/>
                </a:solidFill>
              </a:defRPr>
            </a:pPr>
            <a:r>
              <a:t>⚠️ The Problem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Cloud environments generate millions of telemetry events per hour (AWS CloudTrail, VPC Flow, Syslog).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Manual log inspection is impossible; analysts suffer from critical alert fatigue.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Rule-only systems miss stealthy, unknown zero-day anomalies and multivariate deviations.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Simple ML models lack determinism for well-known brute-force attacks and port scans.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Lack of unified risk scoring makes triage prioritization slow during active incidents.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800" b="1">
                <a:solidFill>
                  <a:srgbClr val="22C55E"/>
                </a:solidFill>
              </a:defRPr>
            </a:pPr>
            <a:r>
              <a:t>🎯 Project Objectives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Build a cloud-deployable real-time SOC dashboard accessible from any web browser.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Implement Dual-Engine Detection: Sliding-window Heuristics + Unsupervised Isolation Forest.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Calculate normalized Risk Scores (0-100) mapped to LOW, MEDIUM, HIGH, and CRITICAL.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Provide 5 analyst workflows: Overview KPIs, Log Monitoring, Alerts, ML Analytics, &amp; Investigation.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Package with Docker, Kubernetes manifests, and 1-click cloud deployment on Streamlit Cloud.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End-to-End Detection &amp; Scoring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D4FF"/>
                </a:solidFill>
              </a:defRPr>
            </a:pPr>
            <a:r>
              <a:t>1. Data Ingestion &amp; Hygiene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Normalizes 11-field canonical schema (IPs, Ports, Bytes, Protocol). Derives rolling velocity features (failed logins, unique ports, bytes per source).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2. Heuristic Rules Engine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Sliding-window counters: Brute Force (&gt;5 fails in 5m), Port Scans (&gt;15 ports in 60s), and Abnormal Egress (&gt;10MB in 60s). Flags critical ports (22, 3389, 445).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6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3. ML Anomaly Engine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Unsupervised Isolation Forest (sklearn) trained over 4 behavioral feature dimensions to flag zero-day statistical outliers and low-and-slow breaches.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8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F4444"/>
                </a:solidFill>
              </a:defRPr>
            </a:pPr>
            <a:r>
              <a:t>4. Risk Scoring &amp; Deduplication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Weighted CVSS-style score (0-100) combining threat category, evidence count, and critical port bonuses. Deduplicates alerts within 300s window.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2C55E"/>
                </a:solidFill>
              </a:defRPr>
            </a:pPr>
            <a:r>
              <a:t>5. Interactive SOC Dashboard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Streamlit UI with Overview KPIs, Live Log Filtering, Triage Management, ML Contamination Tuning, and Forensic IP Investigation.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Detection Engines: Heuristics vs. Machine Learning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700" b="1">
                <a:solidFill>
                  <a:srgbClr val="00D4FF"/>
                </a:solidFill>
              </a:defRPr>
            </a:pPr>
            <a:r>
              <a:t>⚙️ Rule-Based Heuristic Engine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Brute-Force Detector: Groups events by source_ip in 5-minute rolling windows. Flags any IP with &gt;5 failed logins.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Port-Scan Detector: Identifies reconnaissance sweeps where an IP touches &gt;15 unique destination ports in 60 seconds.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Abnormal Egress Detector: Flags data exfiltration spikes where total transferred bytes exceed 10 MB in a 60-second window.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Deterministic &amp; Explainable: 100% precision for known threat patterns with zero black-box ambiguity.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700" b="1">
                <a:solidFill>
                  <a:srgbClr val="A855F7"/>
                </a:solidFill>
              </a:defRPr>
            </a:pPr>
            <a:r>
              <a:t>🤖 ML Isolation Forest Engine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Unsupervised Anomaly Detection: Does not require labeled attack data; builds isolation trees on normal network baseline.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Multivariate Analysis: Simultaneously evaluates failed_login_count, unique_ports_per_ip, request_rate, and bytes_per_source.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Contamination Tuning: Analyst-controlled slider (0.01 - 0.20) dynamically recalibrates outlier sensitivity from the dashboard.</a:t>
            </a:r>
          </a:p>
          <a:p>
            <a:pPr>
              <a:spcAft>
                <a:spcPts val="800"/>
              </a:spcAft>
              <a:defRPr sz="1200">
                <a:solidFill>
                  <a:srgbClr val="F1F5F9"/>
                </a:solidFill>
              </a:defRPr>
            </a:pPr>
            <a:r>
              <a:t>• Catches Zero-Days: Detects novel anomalous combinations that stay under individual heuristic thresholds.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Dashboard Workflow: 5 Integrated Analyst 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D4FF"/>
                </a:solidFill>
              </a:defRPr>
            </a:pPr>
            <a:r>
              <a:t>📊 Page 1. Overview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Executive KPIs (Total Events, Active Alerts, Critical Count, Detection Rate), Automated Threat Report, Severity Donut, and Top Offending IPs.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2C55E"/>
                </a:solidFill>
              </a:defRPr>
            </a:pPr>
            <a:r>
              <a:t>📊 Page 2. Log Monitoring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Real-time auto-refreshing network telemetry stream with filters by status (Success/Failed), protocol (TCP/UDP), and time-range slider.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6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F4444"/>
                </a:solidFill>
              </a:defRPr>
            </a:pPr>
            <a:r>
              <a:t>📊 Page 3. Alerts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Full incident table with severity tags (CRITICAL, HIGH, MED, LOW), status lifecycle tracking (NEW -&gt; REVIEWING -&gt; RESOLVED), and CSV export.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8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📊 Page 4. Analytics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Machine learning insights: 2D/3D Isolation Forest anomaly scatter plots, feature importance bar charts, and contamination tuning slider.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📊 Page 5. Investigation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Forensic deep dive: Select any suspicious IP address to view its full chronological incident log, target port distribution, and attack timeline.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Risk Scoring Methodology &amp; Deduplication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700" b="1">
                <a:solidFill>
                  <a:srgbClr val="00D4FF"/>
                </a:solidFill>
              </a:defRPr>
            </a:pPr>
            <a:r>
              <a:t>🎯 Dynamic CVSS-Style Risk Calculation Formula (0 - 100)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Base Score by Threat Category: Brute Force = 65 | Port Scan = 55 | Abnormal Egress = 50 | ML Anomaly = 45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Confidence Bonus: +15 points if detection confidence &gt; 0.80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Evidence Bonus: +10 points if supporting event count &gt; 20 records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Critical Port Bonus: +10 points if target destination port is in {22 (SSH), 3389 (RDP), 445 (SMB)}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Clamping &amp; Normalization: Final score clamped strictly to [0, 100]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Severity Tier Mapping: LOW (0–30) | MEDIUM (31–60) | HIGH (61–80) | CRITICAL (81–100)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Deduplication Window: Suppresses repeated alerts from the same IP/threat within 300 seconds to prevent analyst fatigue.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Cloud Architecture &amp; Deployment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D4FF"/>
                </a:solidFill>
              </a:defRPr>
            </a:pPr>
            <a:r>
              <a:t>☁️ Containerization (Dockerfile)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Production multi-stage build using python:3.11-slim, non-root user (appuser:10001), and built-in container healthcheck probe.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2C55E"/>
                </a:solidFill>
              </a:defRPr>
            </a:pPr>
            <a:r>
              <a:t>☁️ Dynamic Port Binding (entrypoint.sh)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Eliminated localhost dependency. Automatically binds to dynamic cloud $PORT (8501 / 8000) for Render, Fly.io, and Cloud Run.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6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☁️ Microservices Architecture (api.py)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Decoupled Starlette/FastAPI ingestion gateway serving /healthz and /api/v1/telemetry for real-time cloud log streaming.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8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☁️ Kubernetes Manifests (k8s/)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Full production manifests: namespace.yaml, configmap.yaml, deployment.yaml, service.yaml, ingress.yaml, and HPA (Horizontal Pod Autoscaler).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F4444"/>
                </a:solidFill>
              </a:defRPr>
            </a:pPr>
            <a:r>
              <a:t>☁️ Automated CI/CD Pipeline (.github/)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GitHub Actions workflow running flake8 linting, unittest test discovery, and automated Docker build on every push.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Experimental Results &amp; Benchmark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16459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600" b="1">
                <a:solidFill>
                  <a:srgbClr val="00D4FF"/>
                </a:solidFill>
              </a:defRPr>
            </a:pPr>
            <a:r>
              <a:t>610 Events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Telemetry Processed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16459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600" b="1">
                <a:solidFill>
                  <a:srgbClr val="F59E0B"/>
                </a:solidFill>
              </a:defRPr>
            </a:pPr>
            <a:r>
              <a:t>9 Threats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Alerts Flagged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468880" cy="16459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600" b="1">
                <a:solidFill>
                  <a:srgbClr val="22C55E"/>
                </a:solidFill>
              </a:defRPr>
            </a:pPr>
            <a:r>
              <a:t>&lt; 250 ms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Total Pipeline Latency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468880" cy="16459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600" b="1">
                <a:solidFill>
                  <a:srgbClr val="A855F7"/>
                </a:solidFill>
              </a:defRPr>
            </a:pPr>
            <a:r>
              <a:t>17 / 17 Tests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100% Pass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66160"/>
            <a:ext cx="10698480" cy="26517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00D4FF"/>
                </a:solidFill>
              </a:defRPr>
            </a:pPr>
            <a:r>
              <a:t>📊 Key Benchmark Findings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• Dataset 1 (Normal Baseline): 0 false positives generated across 500 baseline logs.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• Dataset 2 (Brute Force): Attacker IP 185.220.101.35 flagged within 5 rolling minutes with 100% precision.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• Dataset 3 (Multi-Vector): Simultaneously triaged port scans, brute force, and 195 MB exfiltration spikes.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• Automated Test Suite: 17 unit tests verifying log parsing, heuristic rules, ML inference, and cloud endpoints.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Live Demonstration &amp; Source Repository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800" b="1">
                <a:solidFill>
                  <a:srgbClr val="22C55E"/>
                </a:solidFill>
              </a:defRPr>
            </a:pPr>
            <a:r>
              <a:t>🌐 Live System Deployment</a:t>
            </a:r>
          </a:p>
          <a:p>
            <a:pPr>
              <a:spcAft>
                <a:spcPts val="1000"/>
              </a:spcAft>
              <a:defRPr sz="1300">
                <a:solidFill>
                  <a:srgbClr val="F1F5F9"/>
                </a:solidFill>
              </a:defRPr>
            </a:pPr>
            <a:r>
              <a:t>• GitHub Repository: https://github.com/Adhithya-kn/cloud-cyber-threat-detection-dashboard</a:t>
            </a:r>
          </a:p>
          <a:p>
            <a:pPr>
              <a:spcAft>
                <a:spcPts val="1000"/>
              </a:spcAft>
              <a:defRPr sz="1300">
                <a:solidFill>
                  <a:srgbClr val="F1F5F9"/>
                </a:solidFill>
              </a:defRPr>
            </a:pPr>
            <a:r>
              <a:t>• Streamlit Cloud URL: Deployed live via Streamlit Community Cloud (connected to GitHub main branch).</a:t>
            </a:r>
          </a:p>
          <a:p>
            <a:pPr>
              <a:spcAft>
                <a:spcPts val="1000"/>
              </a:spcAft>
              <a:defRPr sz="1300">
                <a:solidFill>
                  <a:srgbClr val="F1F5F9"/>
                </a:solidFill>
              </a:defRPr>
            </a:pPr>
            <a:r>
              <a:t>• Public Cloud Tunnel: Active HTTPS edge endpoint via Cloudflare Quick Tunnel.</a:t>
            </a:r>
          </a:p>
          <a:p>
            <a:pPr>
              <a:spcAft>
                <a:spcPts val="1000"/>
              </a:spcAft>
              <a:defRPr sz="1300">
                <a:solidFill>
                  <a:srgbClr val="F1F5F9"/>
                </a:solidFill>
              </a:defRPr>
            </a:pPr>
            <a:r>
              <a:t>• Interactive Scenarios: Ships with pre-packaged attack datasets ready for live 1-click evaluation.</a:t>
            </a:r>
          </a:p>
          <a:p>
            <a:pPr>
              <a:spcAft>
                <a:spcPts val="1000"/>
              </a:spcAft>
              <a:defRPr sz="1300">
                <a:solidFill>
                  <a:srgbClr val="F1F5F9"/>
                </a:solidFill>
              </a:defRPr>
            </a:pPr>
            <a:r>
              <a:t>• Zero-Config Demo Mode: Fully self-contained with synthetic generator; no paid external cloud licenses required.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CLOUD APPLICATION DEVELOPMENT — MICROPROJECT</a:t>
            </a:r>
          </a:p>
          <a:p>
            <a:pPr>
              <a:defRPr sz="2400" b="1">
                <a:solidFill>
                  <a:srgbClr val="F1F5F9"/>
                </a:solidFill>
                <a:latin typeface="Arial"/>
              </a:defRPr>
            </a:pPr>
            <a:r>
              <a:t>Conclusion &amp;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800" b="1">
                <a:solidFill>
                  <a:srgbClr val="00D4FF"/>
                </a:solidFill>
              </a:defRPr>
            </a:pPr>
            <a:r>
              <a:t>🎯 Summary of Achievements</a:t>
            </a:r>
          </a:p>
          <a:p>
            <a:pPr>
              <a:spcAft>
                <a:spcPts val="1000"/>
              </a:spcAft>
              <a:defRPr sz="1300">
                <a:solidFill>
                  <a:srgbClr val="F1F5F9"/>
                </a:solidFill>
              </a:defRPr>
            </a:pPr>
            <a:r>
              <a:t>• Delivered a working prototype for Cloud Application Development that solves real SOC alert fatigue.</a:t>
            </a:r>
          </a:p>
          <a:p>
            <a:pPr>
              <a:spcAft>
                <a:spcPts val="1000"/>
              </a:spcAft>
              <a:defRPr sz="1300">
                <a:solidFill>
                  <a:srgbClr val="F1F5F9"/>
                </a:solidFill>
              </a:defRPr>
            </a:pPr>
            <a:r>
              <a:t>• Successfully integrated Dual-Engine architecture (Rule Heuristics + ML Isolation Forest).</a:t>
            </a:r>
          </a:p>
          <a:p>
            <a:pPr>
              <a:spcAft>
                <a:spcPts val="1000"/>
              </a:spcAft>
              <a:defRPr sz="1300">
                <a:solidFill>
                  <a:srgbClr val="F1F5F9"/>
                </a:solidFill>
              </a:defRPr>
            </a:pPr>
            <a:r>
              <a:t>• Created an intuitive 5-page dark SOC theme dashboard with executive reports and CSV export.</a:t>
            </a:r>
          </a:p>
          <a:p>
            <a:pPr>
              <a:spcAft>
                <a:spcPts val="1000"/>
              </a:spcAft>
              <a:defRPr sz="1300">
                <a:solidFill>
                  <a:srgbClr val="F1F5F9"/>
                </a:solidFill>
              </a:defRPr>
            </a:pPr>
            <a:r>
              <a:t>• Engineered complete cloud infrastructure: Dockerfile, dynamic port bindings, and Kubernetes autoscaling manifests.</a:t>
            </a:r>
          </a:p>
          <a:p>
            <a:pPr>
              <a:spcAft>
                <a:spcPts val="1000"/>
              </a:spcAft>
              <a:defRPr sz="1300">
                <a:solidFill>
                  <a:srgbClr val="F1F5F9"/>
                </a:solidFill>
              </a:defRPr>
            </a:pPr>
            <a:r>
              <a:t>• Verified with 17 automated tests and deployed live on the public cloud.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